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All Assignments: Computer Vision Outputs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23 Output Images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04226"/>
            <a:ext cx="8229600" cy="30495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94483"/>
            <a:ext cx="8229600" cy="40690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58821"/>
            <a:ext cx="8229599" cy="17403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71800"/>
            <a:ext cx="8229600" cy="4514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21771"/>
            <a:ext cx="8229600" cy="26144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493" y="457200"/>
            <a:ext cx="4107013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57200"/>
            <a:ext cx="740664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33164"/>
            <a:ext cx="8229600" cy="13916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966" y="457200"/>
            <a:ext cx="6020067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961" y="457200"/>
            <a:ext cx="5952078" cy="59435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52668"/>
            <a:ext cx="8229600" cy="53526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52668"/>
            <a:ext cx="8229600" cy="53526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52668"/>
            <a:ext cx="8229600" cy="53526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433" y="457200"/>
            <a:ext cx="6043133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59221"/>
            <a:ext cx="8229600" cy="413955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98644"/>
            <a:ext cx="8229600" cy="386071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24250"/>
            <a:ext cx="8229600" cy="2809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24250"/>
            <a:ext cx="8229600" cy="2809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681" y="457200"/>
            <a:ext cx="512863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79318"/>
            <a:ext cx="8229600" cy="26993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79318"/>
            <a:ext cx="8229600" cy="26993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0788"/>
            <a:ext cx="8229600" cy="371642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82430"/>
            <a:ext cx="8229600" cy="34931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