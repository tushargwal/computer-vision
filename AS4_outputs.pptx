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4: Semantic Segmentation &amp; Object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33" y="457200"/>
            <a:ext cx="604313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9221"/>
            <a:ext cx="8229600" cy="4139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644"/>
            <a:ext cx="8229600" cy="3860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4250"/>
            <a:ext cx="8229600" cy="280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4250"/>
            <a:ext cx="8229600" cy="280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81" y="457200"/>
            <a:ext cx="5128638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