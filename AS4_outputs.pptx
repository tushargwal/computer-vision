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Assignment 4: Semantic Segmentation &amp; Object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6 Output Images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433" y="457200"/>
            <a:ext cx="6043133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9221"/>
            <a:ext cx="8229600" cy="41395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98644"/>
            <a:ext cx="8229600" cy="38607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24250"/>
            <a:ext cx="8229600" cy="2809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24250"/>
            <a:ext cx="8229600" cy="2809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681" y="457200"/>
            <a:ext cx="5128638" cy="594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