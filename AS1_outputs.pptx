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Assignment 1: Image Formation &amp; Geometric Transformations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1 Output Images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04226"/>
            <a:ext cx="8229600" cy="30495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