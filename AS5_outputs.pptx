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Assignment 5: Vision Transformers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4 Output Images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79318"/>
            <a:ext cx="8229600" cy="26993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79318"/>
            <a:ext cx="8229600" cy="26993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0788"/>
            <a:ext cx="8229600" cy="37164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82430"/>
            <a:ext cx="8229600" cy="34931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