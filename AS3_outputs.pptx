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Assignment 3: Robust Estimation &amp; CNN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 Output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966" y="457200"/>
            <a:ext cx="602006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61" y="457200"/>
            <a:ext cx="5952078" cy="5943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2668"/>
            <a:ext cx="8229600" cy="53526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2668"/>
            <a:ext cx="8229600" cy="53526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52668"/>
            <a:ext cx="8229600" cy="53526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