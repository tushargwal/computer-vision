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Assignment 3: Robust Estimation &amp; CNN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Output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66" y="457200"/>
            <a:ext cx="6020067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961" y="457200"/>
            <a:ext cx="5952078" cy="59435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52668"/>
            <a:ext cx="8229600" cy="53526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52668"/>
            <a:ext cx="8229600" cy="53526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52668"/>
            <a:ext cx="8229600" cy="53526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