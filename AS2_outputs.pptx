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Assignment 2: Image Filtering &amp; Edge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7 Output Images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4483"/>
            <a:ext cx="8229600" cy="40690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58821"/>
            <a:ext cx="8229599" cy="17403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71800"/>
            <a:ext cx="8229600" cy="45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21771"/>
            <a:ext cx="8229600" cy="26144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8493" y="457200"/>
            <a:ext cx="4107013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57200"/>
            <a:ext cx="740664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33164"/>
            <a:ext cx="8229600" cy="1391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