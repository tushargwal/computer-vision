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2: Image Filtering &amp; Edge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4483"/>
            <a:ext cx="8229600" cy="4069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8821"/>
            <a:ext cx="8229599" cy="17403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1800"/>
            <a:ext cx="8229600" cy="45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1771"/>
            <a:ext cx="8229600" cy="26144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493" y="457200"/>
            <a:ext cx="410701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7200"/>
            <a:ext cx="74066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3164"/>
            <a:ext cx="8229600" cy="1391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